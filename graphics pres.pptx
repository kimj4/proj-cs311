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rels" ContentType="application/vnd.openxmlformats-package.relationships+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59" r:id="rId4"/>
    <p:sldId id="257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3"/>
    <p:restoredTop sz="94674"/>
  </p:normalViewPr>
  <p:slideViewPr>
    <p:cSldViewPr snapToGrid="0" snapToObjects="1">
      <p:cViewPr varScale="1">
        <p:scale>
          <a:sx n="104" d="100"/>
          <a:sy n="104" d="100"/>
        </p:scale>
        <p:origin x="232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F2D0E3-95E6-5746-93E0-160C834D63FF}" type="datetimeFigureOut">
              <a:rPr lang="en-US" smtClean="0"/>
              <a:t>3/7/17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9FE476-49CB-5048-BDA2-F387815F1E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818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Show our demo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9FE476-49CB-5048-BDA2-F387815F1E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194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91279-0B42-3D4D-8144-71DE4B0490B9}" type="datetimeFigureOut">
              <a:rPr lang="en-US" smtClean="0"/>
              <a:t>3/7/17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3D60-E0C1-CF4E-9145-71DC9C518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885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91279-0B42-3D4D-8144-71DE4B0490B9}" type="datetimeFigureOut">
              <a:rPr lang="en-US" smtClean="0"/>
              <a:t>3/7/17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3D60-E0C1-CF4E-9145-71DC9C518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92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91279-0B42-3D4D-8144-71DE4B0490B9}" type="datetimeFigureOut">
              <a:rPr lang="en-US" smtClean="0"/>
              <a:t>3/7/17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3D60-E0C1-CF4E-9145-71DC9C518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304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91279-0B42-3D4D-8144-71DE4B0490B9}" type="datetimeFigureOut">
              <a:rPr lang="en-US" smtClean="0"/>
              <a:t>3/7/17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3D60-E0C1-CF4E-9145-71DC9C518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522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91279-0B42-3D4D-8144-71DE4B0490B9}" type="datetimeFigureOut">
              <a:rPr lang="en-US" smtClean="0"/>
              <a:t>3/7/17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3D60-E0C1-CF4E-9145-71DC9C518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315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91279-0B42-3D4D-8144-71DE4B0490B9}" type="datetimeFigureOut">
              <a:rPr lang="en-US" smtClean="0"/>
              <a:t>3/7/17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3D60-E0C1-CF4E-9145-71DC9C518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852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91279-0B42-3D4D-8144-71DE4B0490B9}" type="datetimeFigureOut">
              <a:rPr lang="en-US" smtClean="0"/>
              <a:t>3/7/17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3D60-E0C1-CF4E-9145-71DC9C518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195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91279-0B42-3D4D-8144-71DE4B0490B9}" type="datetimeFigureOut">
              <a:rPr lang="en-US" smtClean="0"/>
              <a:t>3/7/17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3D60-E0C1-CF4E-9145-71DC9C518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6160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91279-0B42-3D4D-8144-71DE4B0490B9}" type="datetimeFigureOut">
              <a:rPr lang="en-US" smtClean="0"/>
              <a:t>3/7/17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3D60-E0C1-CF4E-9145-71DC9C518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6600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91279-0B42-3D4D-8144-71DE4B0490B9}" type="datetimeFigureOut">
              <a:rPr lang="en-US" smtClean="0"/>
              <a:t>3/7/17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3D60-E0C1-CF4E-9145-71DC9C518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1260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91279-0B42-3D4D-8144-71DE4B0490B9}" type="datetimeFigureOut">
              <a:rPr lang="en-US" smtClean="0"/>
              <a:t>3/7/17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6E3D60-E0C1-CF4E-9145-71DC9C518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372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191279-0B42-3D4D-8144-71DE4B0490B9}" type="datetimeFigureOut">
              <a:rPr lang="en-US" smtClean="0"/>
              <a:t>3/7/17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6E3D60-E0C1-CF4E-9145-71DC9C518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01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gi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gi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Physics in Computer Graphics</a:t>
            </a:r>
            <a:br>
              <a:rPr lang="en-US" dirty="0" smtClean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 smtClean="0"/>
              <a:t>Ju</a:t>
            </a:r>
            <a:r>
              <a:rPr lang="en-US" dirty="0" smtClean="0"/>
              <a:t> Yun Kim and Dmitry </a:t>
            </a:r>
            <a:r>
              <a:rPr lang="en-US" dirty="0" err="1" smtClean="0"/>
              <a:t>Tensyn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2036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639714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Types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Dynamic Bodies – abstracted physical objects</a:t>
            </a:r>
          </a:p>
          <a:p>
            <a:r>
              <a:rPr lang="en-US" dirty="0" err="1" smtClean="0"/>
              <a:t>Geom</a:t>
            </a:r>
            <a:r>
              <a:rPr lang="en-US" dirty="0" smtClean="0"/>
              <a:t> Bodies – geometric </a:t>
            </a:r>
            <a:r>
              <a:rPr lang="en-US" dirty="0" err="1" smtClean="0"/>
              <a:t>meshs</a:t>
            </a:r>
            <a:r>
              <a:rPr lang="en-US" dirty="0" smtClean="0"/>
              <a:t> for collision detection</a:t>
            </a:r>
          </a:p>
          <a:p>
            <a:pPr lvl="1"/>
            <a:r>
              <a:rPr lang="en-US" dirty="0" err="1" smtClean="0"/>
              <a:t>Trimesh</a:t>
            </a:r>
            <a:r>
              <a:rPr lang="en-US" dirty="0" smtClean="0"/>
              <a:t> class – useful for the kind of meshes that we have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05269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1015154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For the time being</a:t>
            </a:r>
            <a:r>
              <a:rPr lang="is-IS" dirty="0" smtClean="0"/>
              <a:t>…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13273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47</Words>
  <Application>Microsoft Macintosh PowerPoint</Application>
  <PresentationFormat>Widescreen</PresentationFormat>
  <Paragraphs>9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Calibri</vt:lpstr>
      <vt:lpstr>Calibri Light</vt:lpstr>
      <vt:lpstr>Arial</vt:lpstr>
      <vt:lpstr>Office Theme</vt:lpstr>
      <vt:lpstr>Physics in Computer Graphics </vt:lpstr>
      <vt:lpstr>PowerPoint Presentation</vt:lpstr>
      <vt:lpstr>Data Types</vt:lpstr>
      <vt:lpstr>PowerPoint Presentation</vt:lpstr>
      <vt:lpstr>For the time being…</vt:lpstr>
    </vt:vector>
  </TitlesOfParts>
  <Company/>
  <LinksUpToDate>false</LinksUpToDate>
  <SharedDoc>false</SharedDoc>
  <HyperlinksChanged>false</HyperlinksChanged>
  <AppVersion>15.0023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Physics in Computer Graphics </dc:title>
  <dc:creator>Microsoft Office User</dc:creator>
  <cp:lastModifiedBy>Microsoft Office User</cp:lastModifiedBy>
  <cp:revision>5</cp:revision>
  <dcterms:created xsi:type="dcterms:W3CDTF">2017-03-08T03:57:37Z</dcterms:created>
  <dcterms:modified xsi:type="dcterms:W3CDTF">2017-03-08T04:16:50Z</dcterms:modified>
</cp:coreProperties>
</file>