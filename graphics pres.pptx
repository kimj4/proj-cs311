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57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74"/>
  </p:normalViewPr>
  <p:slideViewPr>
    <p:cSldViewPr snapToGrid="0" snapToObjects="1">
      <p:cViewPr varScale="1">
        <p:scale>
          <a:sx n="159" d="100"/>
          <a:sy n="159" d="100"/>
        </p:scale>
        <p:origin x="22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2D0E3-95E6-5746-93E0-160C834D63FF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FE476-49CB-5048-BDA2-F387815F1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18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our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FE476-49CB-5048-BDA2-F387815F1E2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19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91279-0B42-3D4D-8144-71DE4B0490B9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3D60-E0C1-CF4E-9145-71DC9C51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85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91279-0B42-3D4D-8144-71DE4B0490B9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3D60-E0C1-CF4E-9145-71DC9C51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2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91279-0B42-3D4D-8144-71DE4B0490B9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3D60-E0C1-CF4E-9145-71DC9C51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30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91279-0B42-3D4D-8144-71DE4B0490B9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3D60-E0C1-CF4E-9145-71DC9C51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522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91279-0B42-3D4D-8144-71DE4B0490B9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3D60-E0C1-CF4E-9145-71DC9C51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15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91279-0B42-3D4D-8144-71DE4B0490B9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3D60-E0C1-CF4E-9145-71DC9C51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52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91279-0B42-3D4D-8144-71DE4B0490B9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3D60-E0C1-CF4E-9145-71DC9C51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195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91279-0B42-3D4D-8144-71DE4B0490B9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3D60-E0C1-CF4E-9145-71DC9C51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16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91279-0B42-3D4D-8144-71DE4B0490B9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3D60-E0C1-CF4E-9145-71DC9C51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60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91279-0B42-3D4D-8144-71DE4B0490B9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3D60-E0C1-CF4E-9145-71DC9C51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26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91279-0B42-3D4D-8144-71DE4B0490B9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3D60-E0C1-CF4E-9145-71DC9C51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372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91279-0B42-3D4D-8144-71DE4B0490B9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E3D60-E0C1-CF4E-9145-71DC9C518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401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Physics in Computer Graphics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Ju</a:t>
            </a:r>
            <a:r>
              <a:rPr lang="en-US" dirty="0"/>
              <a:t> Yun Kim and Dmitry </a:t>
            </a:r>
            <a:r>
              <a:rPr lang="en-US" dirty="0" err="1"/>
              <a:t>Tensyn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036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639714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Bodies – abstracted physical objects</a:t>
            </a:r>
          </a:p>
          <a:p>
            <a:r>
              <a:rPr lang="en-US" dirty="0" err="1"/>
              <a:t>Geom</a:t>
            </a:r>
            <a:r>
              <a:rPr lang="en-US" dirty="0"/>
              <a:t> Bodies – geometric meshes for collision detection</a:t>
            </a:r>
          </a:p>
          <a:p>
            <a:pPr lvl="1"/>
            <a:r>
              <a:rPr lang="en-US" dirty="0" err="1"/>
              <a:t>Trimesh</a:t>
            </a:r>
            <a:r>
              <a:rPr lang="en-US" dirty="0"/>
              <a:t> class – useful for complex meshes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526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015154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the time being</a:t>
            </a:r>
            <a:r>
              <a:rPr lang="is-IS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32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42</Words>
  <Application>Microsoft Office PowerPoint</Application>
  <PresentationFormat>Widescreen</PresentationFormat>
  <Paragraphs>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Physics in Computer Graphics </vt:lpstr>
      <vt:lpstr>PowerPoint Presentation</vt:lpstr>
      <vt:lpstr>Data Types</vt:lpstr>
      <vt:lpstr>PowerPoint Presentation</vt:lpstr>
      <vt:lpstr>For the time being…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 in Computer Graphics </dc:title>
  <dc:creator>Microsoft Office User</dc:creator>
  <cp:lastModifiedBy>Ju Yun</cp:lastModifiedBy>
  <cp:revision>6</cp:revision>
  <dcterms:created xsi:type="dcterms:W3CDTF">2017-03-08T03:57:37Z</dcterms:created>
  <dcterms:modified xsi:type="dcterms:W3CDTF">2017-03-08T16:32:28Z</dcterms:modified>
</cp:coreProperties>
</file>